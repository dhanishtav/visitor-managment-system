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898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C00000"/>
                </a:solidFill>
              </a:rPr>
              <a:t>SMART CART – JAVA E-COMMERCE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Review No.: 2 (2025–2026)</a:t>
            </a:r>
          </a:p>
          <a:p>
            <a:endParaRPr dirty="0"/>
          </a:p>
          <a:p>
            <a:r>
              <a:rPr dirty="0"/>
              <a:t>Subject: 2311CSC304 - Object Oriented Programming Using Java</a:t>
            </a:r>
          </a:p>
          <a:p>
            <a:endParaRPr dirty="0"/>
          </a:p>
          <a:p>
            <a:r>
              <a:rPr dirty="0"/>
              <a:t>Presented by:</a:t>
            </a:r>
            <a:r>
              <a:rPr lang="en-US" dirty="0"/>
              <a:t> Dhanishta ,Bhavya </a:t>
            </a:r>
            <a:r>
              <a:rPr lang="en-US" dirty="0" err="1"/>
              <a:t>shrree</a:t>
            </a:r>
            <a:r>
              <a:rPr lang="en-US" dirty="0"/>
              <a:t> </a:t>
            </a:r>
            <a:endParaRPr dirty="0"/>
          </a:p>
          <a:p>
            <a:r>
              <a:rPr dirty="0"/>
              <a:t>Batch No.: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Follow up of Previous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In Review 1, basic functionalities like User login, Product listing, and Cart module were completed.</a:t>
            </a:r>
          </a:p>
          <a:p>
            <a:pPr marL="0" indent="0">
              <a:buNone/>
            </a:pPr>
            <a:r>
              <a:rPr dirty="0"/>
              <a:t>• Review 2 focuses on adding File Handling, Exception Handling, Singleton Pattern, Interface implementation, and Order History.</a:t>
            </a:r>
          </a:p>
          <a:p>
            <a:pPr marL="0" indent="0">
              <a:buNone/>
            </a:pPr>
            <a:r>
              <a:rPr dirty="0"/>
              <a:t>• All feedback from the previous review has been implemented and tested.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 develop a console-based Java E-Commerce System that allows users to sign up, log in, add products to a cart, and generate an invoice.</a:t>
            </a:r>
          </a:p>
          <a:p>
            <a:pPr marL="0" indent="0">
              <a:buNone/>
            </a:pPr>
            <a:r>
              <a:rPr dirty="0"/>
              <a:t>• The system demonstrates Object-Oriented Programming principles such as Inheritance, Polymorphism, Encapsulation, and Exception Handling.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Smart Cart is a console-based Java application for managing shopping activities.</a:t>
            </a:r>
          </a:p>
          <a:p>
            <a:pPr marL="0" indent="0">
              <a:buNone/>
            </a:pPr>
            <a:r>
              <a:rPr dirty="0"/>
              <a:t>• Features include user authentication, categorized product listing, cart management, and order invoice generation.</a:t>
            </a:r>
          </a:p>
          <a:p>
            <a:pPr marL="0" indent="0">
              <a:buNone/>
            </a:pPr>
            <a:r>
              <a:rPr dirty="0"/>
              <a:t>• Implements real-time validations, Singleton design pattern, and payment interface.</a:t>
            </a:r>
          </a:p>
          <a:p>
            <a:pPr marL="0" indent="0">
              <a:buNone/>
            </a:pPr>
            <a:r>
              <a:rPr dirty="0"/>
              <a:t>• Demonstrates full OOP concepts and modular Java programming.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Existing Project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Existing System:</a:t>
            </a:r>
          </a:p>
          <a:p>
            <a:pPr marL="0" indent="0">
              <a:buNone/>
            </a:pPr>
            <a:r>
              <a:rPr dirty="0"/>
              <a:t>• Traditional console-based shopping apps lack structured modules and file-based order storage.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Contribution:</a:t>
            </a:r>
          </a:p>
          <a:p>
            <a:pPr marL="0" indent="0">
              <a:buNone/>
            </a:pPr>
            <a:r>
              <a:rPr dirty="0"/>
              <a:t>• Added modular OOP structure with File I/O, Interface for payment, and Singleton Cart.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Challenges:</a:t>
            </a:r>
          </a:p>
          <a:p>
            <a:pPr marL="0" indent="0">
              <a:buNone/>
            </a:pPr>
            <a:r>
              <a:rPr dirty="0"/>
              <a:t>• Managing file operations and ensuring single cart instance.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Outcome:</a:t>
            </a:r>
          </a:p>
          <a:p>
            <a:pPr marL="0" indent="0">
              <a:buNone/>
            </a:pPr>
            <a:r>
              <a:rPr dirty="0"/>
              <a:t>• Fully functional shopping system with persistent order history.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Inference of Existing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dirty="0"/>
              <a:t>• Existing works focus on static billing systems or cart simulations.</a:t>
            </a:r>
          </a:p>
          <a:p>
            <a:pPr marL="0" indent="0">
              <a:buNone/>
            </a:pPr>
            <a:r>
              <a:rPr dirty="0"/>
              <a:t>• Smart Cart improves this by integrating modular design, file-based persistence, and exception-safe operations.</a:t>
            </a:r>
          </a:p>
          <a:p>
            <a:pPr marL="0" indent="0">
              <a:buNone/>
            </a:pPr>
            <a:r>
              <a:rPr dirty="0"/>
              <a:t>• Inspired by modular e-commerce logic in academic Java projects.</a:t>
            </a:r>
          </a:p>
          <a:p>
            <a:pPr marL="0" indent="0">
              <a:buNone/>
            </a:pPr>
            <a:r>
              <a:rPr dirty="0"/>
              <a:t>• Uses real-world-inspired invoice and payment systems.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Extraction from the Existing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Adopted modular and reusable class-based design.</a:t>
            </a:r>
          </a:p>
          <a:p>
            <a:pPr marL="0" indent="0">
              <a:buNone/>
            </a:pPr>
            <a:r>
              <a:rPr dirty="0"/>
              <a:t>• Used Interface for flexible payment methods implementation.</a:t>
            </a:r>
          </a:p>
          <a:p>
            <a:pPr marL="0" indent="0">
              <a:buNone/>
            </a:pPr>
            <a:r>
              <a:rPr dirty="0"/>
              <a:t>• Applied Singleton pattern for ensuring one cart instance per user session.</a:t>
            </a:r>
          </a:p>
          <a:p>
            <a:pPr marL="0" indent="0">
              <a:buNone/>
            </a:pPr>
            <a:r>
              <a:rPr dirty="0"/>
              <a:t>• Implemented exception-safe user and file handling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Traditional console applications do not maintain shopping history or cart consistency.</a:t>
            </a:r>
          </a:p>
          <a:p>
            <a:pPr marL="0" indent="0">
              <a:buNone/>
            </a:pPr>
            <a:r>
              <a:rPr dirty="0"/>
              <a:t>• No structured approach to handle payments and product categories.</a:t>
            </a:r>
          </a:p>
          <a:p>
            <a:pPr marL="0" indent="0">
              <a:buNone/>
            </a:pPr>
            <a:r>
              <a:rPr dirty="0"/>
              <a:t>• The project addresses these gaps using OOP concepts, File Handling, and Design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dirty="0"/>
              <a:t>• Develop a Java-based E-Commerce application using OOP principles.</a:t>
            </a:r>
          </a:p>
          <a:p>
            <a:pPr marL="0" indent="0">
              <a:buNone/>
            </a:pPr>
            <a:r>
              <a:rPr dirty="0"/>
              <a:t>• Integrate product management, cart operations, and payment interface.</a:t>
            </a:r>
          </a:p>
          <a:p>
            <a:pPr marL="0" indent="0">
              <a:buNone/>
            </a:pPr>
            <a:r>
              <a:rPr dirty="0"/>
              <a:t>• Use File I/O to generate invoices and maintain order history.</a:t>
            </a:r>
          </a:p>
          <a:p>
            <a:pPr marL="0" indent="0">
              <a:buNone/>
            </a:pPr>
            <a:r>
              <a:rPr dirty="0"/>
              <a:t>• Apply Singleton design for Cart management.</a:t>
            </a:r>
          </a:p>
          <a:p>
            <a:pPr marL="0" indent="0">
              <a:buNone/>
            </a:pPr>
            <a:r>
              <a:rPr dirty="0"/>
              <a:t>• Provide error handling for invalid user and product inputs.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Proposed Solution -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dirty="0"/>
              <a:t>• Java offers strong OOP support and platform independence.</a:t>
            </a:r>
          </a:p>
          <a:p>
            <a:pPr marL="0" indent="0">
              <a:buNone/>
            </a:pPr>
            <a:r>
              <a:rPr dirty="0"/>
              <a:t>• File handling enables persistent order storage.</a:t>
            </a:r>
          </a:p>
          <a:p>
            <a:pPr marL="0" indent="0">
              <a:buNone/>
            </a:pPr>
            <a:r>
              <a:rPr dirty="0"/>
              <a:t>• The Singleton pattern ensures cart integrity.</a:t>
            </a:r>
          </a:p>
          <a:p>
            <a:pPr marL="0" indent="0">
              <a:buNone/>
            </a:pPr>
            <a:r>
              <a:rPr dirty="0"/>
              <a:t>• Interface implementation promotes flexibility for payment modules.</a:t>
            </a:r>
          </a:p>
          <a:p>
            <a:pPr marL="0" indent="0">
              <a:buNone/>
            </a:pPr>
            <a:r>
              <a:rPr dirty="0"/>
              <a:t>• The system design is simple, modular, and easy to extend.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Requirement Specification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FRONT END TOOLS: Java Console</a:t>
            </a:r>
          </a:p>
          <a:p>
            <a:r>
              <a:t>BACK END TOOLS: File System (Text files)</a:t>
            </a:r>
          </a:p>
          <a:p>
            <a:r>
              <a:t>MARKUP / SCRIPTING LANGUAGES: NA</a:t>
            </a:r>
          </a:p>
          <a:p>
            <a:r>
              <a:t>MIDDLEWARE: NA</a:t>
            </a:r>
          </a:p>
          <a:p>
            <a:r>
              <a:t>IDE: Eclipse / IntelliJ / VS Code</a:t>
            </a:r>
          </a:p>
          <a:p>
            <a:r>
              <a:t>SIMULATION TOOLS: NA</a:t>
            </a:r>
          </a:p>
          <a:p>
            <a:r>
              <a:t>NETWORK/WIRELESS: NA</a:t>
            </a:r>
          </a:p>
          <a:p>
            <a:r>
              <a:t>HARDWARE: 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C00000"/>
                </a:solidFill>
              </a:rPr>
              <a:t>Requirement Specification -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Java provides an object-oriented structure and easy file handling.</a:t>
            </a:r>
          </a:p>
          <a:p>
            <a:pPr marL="0" indent="0">
              <a:buNone/>
            </a:pPr>
            <a:r>
              <a:rPr dirty="0"/>
              <a:t>• Eclipse/IntelliJ IDEs provide efficient debugging.</a:t>
            </a:r>
          </a:p>
          <a:p>
            <a:pPr marL="0" indent="0">
              <a:buNone/>
            </a:pPr>
            <a:r>
              <a:rPr dirty="0"/>
              <a:t>• File storage avoids need for databases, suitable for mini projects.</a:t>
            </a:r>
          </a:p>
          <a:p>
            <a:pPr marL="0" indent="0">
              <a:buNone/>
            </a:pPr>
            <a:r>
              <a:rPr dirty="0"/>
              <a:t>• Chosen technologies are lightweight and effective for console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22556"/>
            <a:ext cx="8229600" cy="5003607"/>
          </a:xfrm>
        </p:spPr>
        <p:txBody>
          <a:bodyPr>
            <a:normAutofit fontScale="92500"/>
          </a:bodyPr>
          <a:lstStyle/>
          <a:p>
            <a:r>
              <a:rPr dirty="0"/>
              <a:t>Architecture Flow:</a:t>
            </a:r>
          </a:p>
          <a:p>
            <a:endParaRPr dirty="0"/>
          </a:p>
          <a:p>
            <a:r>
              <a:rPr dirty="0"/>
              <a:t>User → Product Module → Cart Module → Payment Module → Invoice (File I/O) → Order History</a:t>
            </a:r>
          </a:p>
          <a:p>
            <a:endParaRPr dirty="0"/>
          </a:p>
          <a:p>
            <a:r>
              <a:rPr dirty="0"/>
              <a:t>• Each module interacts sequentially.</a:t>
            </a:r>
          </a:p>
          <a:p>
            <a:r>
              <a:rPr dirty="0"/>
              <a:t>• Singleton Cart ensures only one cart instance.</a:t>
            </a:r>
          </a:p>
          <a:p>
            <a:r>
              <a:rPr dirty="0"/>
              <a:t>• File I/O saves order invoices for history.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C00000"/>
                </a:solidFill>
              </a:rPr>
              <a:t>Module Description - Product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Handles product details using class and inheritance.</a:t>
            </a:r>
          </a:p>
          <a:p>
            <a:pPr marL="0" indent="0">
              <a:buNone/>
            </a:pPr>
            <a:r>
              <a:rPr dirty="0"/>
              <a:t>• Subclasses: Electronics and Grocery.</a:t>
            </a:r>
          </a:p>
          <a:p>
            <a:pPr marL="0" indent="0">
              <a:buNone/>
            </a:pPr>
            <a:r>
              <a:rPr dirty="0"/>
              <a:t>• Allows categorized product management.</a:t>
            </a:r>
          </a:p>
          <a:p>
            <a:pPr marL="0" indent="0">
              <a:buNone/>
            </a:pPr>
            <a:r>
              <a:rPr dirty="0"/>
              <a:t>• Input: Product ID, Name, Price.</a:t>
            </a:r>
          </a:p>
          <a:p>
            <a:pPr marL="0" indent="0">
              <a:buNone/>
            </a:pPr>
            <a:r>
              <a:rPr dirty="0"/>
              <a:t>Output: Product list displayed to user.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Module Description - Cart Module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Uses Singleton design pattern.</a:t>
            </a:r>
          </a:p>
          <a:p>
            <a:pPr marL="0" indent="0">
              <a:buNone/>
            </a:pPr>
            <a:r>
              <a:rPr dirty="0"/>
              <a:t>• Allows add, view, and total calculation of products.</a:t>
            </a:r>
          </a:p>
          <a:p>
            <a:pPr marL="0" indent="0">
              <a:buNone/>
            </a:pPr>
            <a:r>
              <a:rPr dirty="0"/>
              <a:t>• Input: Product ID and Quantity.</a:t>
            </a:r>
          </a:p>
          <a:p>
            <a:pPr marL="0" indent="0">
              <a:buNone/>
            </a:pPr>
            <a:r>
              <a:rPr dirty="0"/>
              <a:t>• Output: Cart details and total amount.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>
                <a:solidFill>
                  <a:srgbClr val="C00000"/>
                </a:solidFill>
              </a:rPr>
              <a:t>Module Description - Payment &amp; Order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Payment Interface implemented for Credit Card, UPI, and Cash on Delivery.</a:t>
            </a:r>
          </a:p>
          <a:p>
            <a:pPr marL="0" indent="0">
              <a:buNone/>
            </a:pPr>
            <a:r>
              <a:rPr dirty="0"/>
              <a:t>• Order History reads saved invoices using File I/O.</a:t>
            </a:r>
          </a:p>
          <a:p>
            <a:pPr marL="0" indent="0">
              <a:buNone/>
            </a:pPr>
            <a:r>
              <a:rPr dirty="0"/>
              <a:t>• Input: User Payment Choice.</a:t>
            </a:r>
          </a:p>
          <a:p>
            <a:r>
              <a:rPr dirty="0"/>
              <a:t>Output: Payment confirmation and saved invoice file.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Algorithm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8938"/>
            <a:ext cx="8229600" cy="4877226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Algorithm Steps:</a:t>
            </a:r>
          </a:p>
          <a:p>
            <a:r>
              <a:rPr dirty="0"/>
              <a:t>1. User signs up or logs in.</a:t>
            </a:r>
          </a:p>
          <a:p>
            <a:r>
              <a:rPr dirty="0"/>
              <a:t>2. System displays available products.</a:t>
            </a:r>
          </a:p>
          <a:p>
            <a:r>
              <a:rPr dirty="0"/>
              <a:t>3. User adds items to cart.</a:t>
            </a:r>
          </a:p>
          <a:p>
            <a:r>
              <a:rPr dirty="0"/>
              <a:t>4. Cart calculates total using loops.</a:t>
            </a:r>
          </a:p>
          <a:p>
            <a:r>
              <a:rPr dirty="0"/>
              <a:t>5. User selects payment method (Interface-based).</a:t>
            </a:r>
          </a:p>
          <a:p>
            <a:r>
              <a:rPr dirty="0"/>
              <a:t>6. Invoice saved using File I/O.</a:t>
            </a:r>
          </a:p>
          <a:p>
            <a:r>
              <a:rPr dirty="0"/>
              <a:t>7. User can view previous invoices via Order History.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Sample Outputs:</a:t>
            </a:r>
          </a:p>
          <a:p>
            <a:pPr marL="0" indent="0">
              <a:buNone/>
            </a:pPr>
            <a:r>
              <a:rPr dirty="0"/>
              <a:t>• Product listing by category.</a:t>
            </a:r>
          </a:p>
          <a:p>
            <a:pPr marL="0" indent="0">
              <a:buNone/>
            </a:pPr>
            <a:r>
              <a:rPr dirty="0"/>
              <a:t>• Cart with itemized total.</a:t>
            </a:r>
          </a:p>
          <a:p>
            <a:pPr marL="0" indent="0">
              <a:buNone/>
            </a:pPr>
            <a:r>
              <a:rPr dirty="0"/>
              <a:t>• Payment success message.</a:t>
            </a:r>
          </a:p>
          <a:p>
            <a:pPr marL="0" indent="0">
              <a:buNone/>
            </a:pPr>
            <a:r>
              <a:rPr dirty="0"/>
              <a:t>• Invoice file saved locally.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Username: </a:t>
            </a:r>
            <a:r>
              <a:rPr dirty="0" err="1"/>
              <a:t>bhavya</a:t>
            </a:r>
            <a:endParaRPr dirty="0"/>
          </a:p>
          <a:p>
            <a:r>
              <a:rPr dirty="0"/>
              <a:t>Total: Rs.15090</a:t>
            </a:r>
          </a:p>
          <a:p>
            <a:r>
              <a:rPr dirty="0"/>
              <a:t>Invoice saved as bhavya_invoice.txt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Smart Cart demonstrates Java OOP principles effectively.</a:t>
            </a:r>
          </a:p>
          <a:p>
            <a:pPr marL="0" indent="0">
              <a:buNone/>
            </a:pPr>
            <a:r>
              <a:rPr dirty="0"/>
              <a:t>• It includes features like File Handling, Interface, Singleton, and Exception Handling.</a:t>
            </a:r>
          </a:p>
          <a:p>
            <a:pPr marL="0" indent="0">
              <a:buNone/>
            </a:pPr>
            <a:r>
              <a:rPr dirty="0"/>
              <a:t>• The system is modular, easy to understand, and extendable.</a:t>
            </a:r>
          </a:p>
          <a:p>
            <a:pPr marL="0" indent="0">
              <a:buNone/>
            </a:pPr>
            <a:r>
              <a:rPr dirty="0"/>
              <a:t>• Future enhancement: GUI-based interface or database integration.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C00000"/>
                </a:solidFill>
              </a:rP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Oracle Java Documentation (2024)</a:t>
            </a:r>
          </a:p>
          <a:p>
            <a:r>
              <a:rPr dirty="0"/>
              <a:t>2. Herbert Schildt – Java: The Complete Reference (2022)</a:t>
            </a:r>
          </a:p>
          <a:p>
            <a:r>
              <a:rPr dirty="0"/>
              <a:t>3. </a:t>
            </a:r>
            <a:r>
              <a:rPr dirty="0" err="1"/>
              <a:t>GeeksforGeeks</a:t>
            </a:r>
            <a:r>
              <a:rPr dirty="0"/>
              <a:t> – OOP in Java Articles (2024)</a:t>
            </a:r>
          </a:p>
          <a:p>
            <a:r>
              <a:rPr dirty="0"/>
              <a:t>4. W3Schools – File Handling in Java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993</Words>
  <Application>Microsoft Office PowerPoint</Application>
  <PresentationFormat>On-screen Show (4:3)</PresentationFormat>
  <Paragraphs>125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SMART CART – JAVA E-COMMERCE SYSTEM</vt:lpstr>
      <vt:lpstr>Follow up of Previous Review</vt:lpstr>
      <vt:lpstr>Objective</vt:lpstr>
      <vt:lpstr>Project Description</vt:lpstr>
      <vt:lpstr>Existing Project</vt:lpstr>
      <vt:lpstr>Inference of Existing Works</vt:lpstr>
      <vt:lpstr>Extraction from the Existing Work</vt:lpstr>
      <vt:lpstr>Problem Definition</vt:lpstr>
      <vt:lpstr>Proposed Solution</vt:lpstr>
      <vt:lpstr>Proposed Solution - Justification</vt:lpstr>
      <vt:lpstr>Requirement Specification</vt:lpstr>
      <vt:lpstr>Requirement Specification - Justification</vt:lpstr>
      <vt:lpstr>Architecture Diagram</vt:lpstr>
      <vt:lpstr>Module Description - Product Module</vt:lpstr>
      <vt:lpstr>Module Description - Cart Module</vt:lpstr>
      <vt:lpstr>Module Description - Payment &amp; Order History</vt:lpstr>
      <vt:lpstr>Algorithm Explanation</vt:lpstr>
      <vt:lpstr>Output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Dhanishta</dc:creator>
  <cp:keywords/>
  <dc:description>generated using python-pptx</dc:description>
  <cp:lastModifiedBy>Dhanishta V</cp:lastModifiedBy>
  <cp:revision>3</cp:revision>
  <dcterms:created xsi:type="dcterms:W3CDTF">2013-01-27T09:14:16Z</dcterms:created>
  <dcterms:modified xsi:type="dcterms:W3CDTF">2025-10-22T09:10:41Z</dcterms:modified>
  <cp:category/>
</cp:coreProperties>
</file>